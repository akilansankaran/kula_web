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C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53996" y="-411480"/>
            <a:ext cx="7680960" cy="7680960"/>
          </a:xfrm>
          <a:prstGeom prst="ellipse">
            <a:avLst/>
          </a:prstGeom>
          <a:ln w="12700">
            <a:solidFill>
              <a:srgbClr val="C9A96E">
                <a:alpha val="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534156" y="868680"/>
            <a:ext cx="5120640" cy="5120640"/>
          </a:xfrm>
          <a:prstGeom prst="ellipse">
            <a:avLst/>
          </a:prstGeom>
          <a:ln w="12700">
            <a:solidFill>
              <a:srgbClr val="C9A96E">
                <a:alpha val="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484632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i="1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kula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640080" y="585216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meant to reach out. But you could not find the time.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314432" y="1691640"/>
            <a:ext cx="1005840" cy="1005840"/>
          </a:xfrm>
          <a:prstGeom prst="ellipse">
            <a:avLst/>
          </a:prstGeom>
          <a:solidFill>
            <a:srgbClr val="5BB5A5"/>
          </a:solidFill>
          <a:ln w="12700">
            <a:solidFill>
              <a:srgbClr val="5BB5A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314432" y="2926080"/>
            <a:ext cx="1005840" cy="1005840"/>
          </a:xfrm>
          <a:prstGeom prst="ellipse">
            <a:avLst/>
          </a:prstGeom>
          <a:ln w="25400">
            <a:solidFill>
              <a:srgbClr val="C9A96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716768" y="3328416"/>
            <a:ext cx="201168" cy="201168"/>
          </a:xfrm>
          <a:prstGeom prst="ellipse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314432" y="4160520"/>
            <a:ext cx="1005840" cy="1005840"/>
          </a:xfrm>
          <a:prstGeom prst="ellipse">
            <a:avLst/>
          </a:prstGeom>
          <a:ln w="25400">
            <a:solidFill>
              <a:srgbClr val="8C8070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C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640312" y="65379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65836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i="1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Could you spend more time with your loved ones during the work day?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2834640"/>
            <a:ext cx="6400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friction to reconnect is too high. Every tool demands you initiate, coordinate, remember. When you're running at full capacity, they become barriers — not bridges.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628632" y="1371600"/>
            <a:ext cx="1280160" cy="1280160"/>
          </a:xfrm>
          <a:prstGeom prst="ellipse">
            <a:avLst/>
          </a:prstGeom>
          <a:solidFill>
            <a:srgbClr val="5BB5A5">
              <a:alpha val="80000"/>
            </a:srgbClr>
          </a:solidFill>
          <a:ln w="12700">
            <a:solidFill>
              <a:srgbClr val="5BB5A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451592" y="2468880"/>
            <a:ext cx="1188720" cy="1188720"/>
          </a:xfrm>
          <a:prstGeom prst="ellipse">
            <a:avLst/>
          </a:prstGeom>
          <a:solidFill>
            <a:srgbClr val="C47A9E">
              <a:alpha val="75000"/>
            </a:srgbClr>
          </a:solidFill>
          <a:ln w="12700">
            <a:solidFill>
              <a:srgbClr val="C47A9E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C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640312" y="65379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54864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i="1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Kula.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 presence. Not another notification.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901952" y="2084832"/>
            <a:ext cx="768096" cy="768096"/>
          </a:xfrm>
          <a:prstGeom prst="ellipse">
            <a:avLst/>
          </a:prstGeom>
          <a:ln w="25400">
            <a:solidFill>
              <a:srgbClr val="C9A96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01509" y="2384389"/>
            <a:ext cx="168981" cy="168981"/>
          </a:xfrm>
          <a:prstGeom prst="ellipse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99008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Available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3447288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free. Your circle knows.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715000" y="2084832"/>
            <a:ext cx="768096" cy="768096"/>
          </a:xfrm>
          <a:prstGeom prst="ellipse">
            <a:avLst/>
          </a:prstGeom>
          <a:ln w="25400">
            <a:solidFill>
              <a:srgbClr val="8C807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27448" y="299008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Unavailable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44568" y="3447288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mode. No interruptions.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518904" y="2084832"/>
            <a:ext cx="768096" cy="768096"/>
          </a:xfrm>
          <a:prstGeom prst="ellipse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31352" y="299008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Pulse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348472" y="3447288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tap. I'm here.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6263640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C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Kula connects to your calendar and switches your status automatically.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C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640312" y="65379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i="1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moments.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2110740" y="1572768"/>
            <a:ext cx="694944" cy="694944"/>
          </a:xfrm>
          <a:prstGeom prst="ellipse">
            <a:avLst/>
          </a:prstGeom>
          <a:solidFill>
            <a:srgbClr val="5BB5A5"/>
          </a:solidFill>
          <a:ln w="12700">
            <a:solidFill>
              <a:srgbClr val="5BB5A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60932" y="106984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8C80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086612" y="2450592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circle sees your status in real time.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747004" y="1572768"/>
            <a:ext cx="694944" cy="694944"/>
          </a:xfrm>
          <a:prstGeom prst="ellipse">
            <a:avLst/>
          </a:prstGeom>
          <a:ln w="25400">
            <a:solidFill>
              <a:srgbClr val="C9A96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018032" y="1843796"/>
            <a:ext cx="152888" cy="152888"/>
          </a:xfrm>
          <a:prstGeom prst="ellipse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97196" y="106984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8C80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722876" y="2450592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availability surfaces itself. No coordination.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9383268" y="1572768"/>
            <a:ext cx="694944" cy="694944"/>
          </a:xfrm>
          <a:prstGeom prst="ellipse">
            <a:avLst/>
          </a:prstGeom>
          <a:solidFill>
            <a:srgbClr val="E8906A"/>
          </a:solidFill>
          <a:ln w="12700">
            <a:solidFill>
              <a:srgbClr val="E8906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33460" y="106984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8C80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8359140" y="2450592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tap sends a Pulse. No message. Just: I'm here.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C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640312" y="65379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i="1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Always with you.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1691640" y="1828800"/>
            <a:ext cx="640080" cy="640080"/>
          </a:xfrm>
          <a:prstGeom prst="ellipse">
            <a:avLst/>
          </a:prstGeom>
          <a:solidFill>
            <a:srgbClr val="5BB5A5">
              <a:alpha val="85000"/>
            </a:srgbClr>
          </a:solidFill>
          <a:ln w="25400">
            <a:solidFill>
              <a:srgbClr val="5BB5A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194560" y="19202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E8E4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Phone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080760" y="1828800"/>
            <a:ext cx="640080" cy="640080"/>
          </a:xfrm>
          <a:prstGeom prst="ellipse">
            <a:avLst/>
          </a:prstGeom>
          <a:solidFill>
            <a:srgbClr val="E8906A">
              <a:alpha val="85000"/>
            </a:srgbClr>
          </a:solidFill>
          <a:ln w="25400">
            <a:solidFill>
              <a:srgbClr val="E8906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0" y="19202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E8E4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Laptop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691640" y="3840480"/>
            <a:ext cx="640080" cy="640080"/>
          </a:xfrm>
          <a:prstGeom prst="ellipse">
            <a:avLst/>
          </a:prstGeom>
          <a:solidFill>
            <a:srgbClr val="8B9EC8">
              <a:alpha val="85000"/>
            </a:srgbClr>
          </a:solidFill>
          <a:ln w="25400">
            <a:solidFill>
              <a:srgbClr val="8B9EC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94560" y="39319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E8E4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Bracelet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080760" y="3840480"/>
            <a:ext cx="640080" cy="640080"/>
          </a:xfrm>
          <a:prstGeom prst="ellipse">
            <a:avLst/>
          </a:prstGeom>
          <a:solidFill>
            <a:srgbClr val="C47A9E">
              <a:alpha val="85000"/>
            </a:srgbClr>
          </a:solidFill>
          <a:ln w="25400">
            <a:solidFill>
              <a:srgbClr val="C47A9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0" y="39319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E8E4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Desk lamp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0080" y="621792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C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premium hardware and software ecosystem.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C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640312" y="65379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i="1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for people who give everything.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1993392"/>
            <a:ext cx="219456" cy="219456"/>
          </a:xfrm>
          <a:prstGeom prst="ellipse">
            <a:avLst/>
          </a:prstGeom>
          <a:solidFill>
            <a:srgbClr val="5BB5A5"/>
          </a:solidFill>
          <a:ln w="12700">
            <a:solidFill>
              <a:srgbClr val="5BB5A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901952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Professionals in tech, consulting, finance, and medicine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999232"/>
            <a:ext cx="219456" cy="219456"/>
          </a:xfrm>
          <a:prstGeom prst="ellipse">
            <a:avLst/>
          </a:prstGeom>
          <a:solidFill>
            <a:srgbClr val="E8906A"/>
          </a:solidFill>
          <a:ln w="12700">
            <a:solidFill>
              <a:srgbClr val="E8906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907792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Dual-career couples navigating parallel lives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4005072"/>
            <a:ext cx="219456" cy="219456"/>
          </a:xfrm>
          <a:prstGeom prst="ellipse">
            <a:avLst/>
          </a:prstGeom>
          <a:solidFill>
            <a:srgbClr val="8B9EC8"/>
          </a:solidFill>
          <a:ln w="12700">
            <a:solidFill>
              <a:srgbClr val="8B9EC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3913632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Families with children across different schedules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C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640312" y="65379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i="1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built Kula because we lived it.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8961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 lectures and deadlines, the people we love most — parents across time zones, siblings, friends — started to feel further away. Finding the same open window felt impossible.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32004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time is always there. Finding it together is the problem Kula solves.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5596128"/>
            <a:ext cx="512064" cy="512064"/>
          </a:xfrm>
          <a:prstGeom prst="ellipse">
            <a:avLst/>
          </a:prstGeom>
          <a:solidFill>
            <a:srgbClr val="5BB5A5">
              <a:alpha val="80000"/>
            </a:srgbClr>
          </a:solidFill>
          <a:ln w="12700">
            <a:solidFill>
              <a:srgbClr val="5BB5A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0509" y="5596128"/>
            <a:ext cx="512064" cy="512064"/>
          </a:xfrm>
          <a:prstGeom prst="ellipse">
            <a:avLst/>
          </a:prstGeom>
          <a:solidFill>
            <a:srgbClr val="E8906A">
              <a:alpha val="80000"/>
            </a:srgbClr>
          </a:solidFill>
          <a:ln w="12700">
            <a:solidFill>
              <a:srgbClr val="E8906A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C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640312" y="65379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7616952" y="1143000"/>
            <a:ext cx="4572000" cy="4572000"/>
          </a:xfrm>
          <a:prstGeom prst="ellipse">
            <a:avLst/>
          </a:prstGeom>
          <a:ln w="12700">
            <a:solidFill>
              <a:srgbClr val="C9A96E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39912" y="1965960"/>
            <a:ext cx="2926080" cy="2926080"/>
          </a:xfrm>
          <a:prstGeom prst="ellipse">
            <a:avLst/>
          </a:prstGeom>
          <a:ln w="12700">
            <a:solidFill>
              <a:srgbClr val="C9A96E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73152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i="1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Join us.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akilansankaran.github.io/kula_web/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2926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C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the first to bring Kula home. Early access, product updates, pre-order priority.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0C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640312" y="65379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i="1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by people who needed it.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2651760" y="1920240"/>
            <a:ext cx="1097280" cy="1097280"/>
          </a:xfrm>
          <a:prstGeom prst="ellipse">
            <a:avLst/>
          </a:prstGeom>
          <a:ln w="25400">
            <a:solidFill>
              <a:srgbClr val="C9A9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651760" y="2267712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754880" y="1920240"/>
            <a:ext cx="1097280" cy="1097280"/>
          </a:xfrm>
          <a:prstGeom prst="ellipse">
            <a:avLst/>
          </a:prstGeom>
          <a:ln w="25400">
            <a:solidFill>
              <a:srgbClr val="C9A9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0" y="2267712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329184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Harvard students who met at the Research Science Institute.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379476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C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parents across time zones and lives that never quite slow down.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0C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53996" y="-411480"/>
            <a:ext cx="7680960" cy="7680960"/>
          </a:xfrm>
          <a:prstGeom prst="ellipse">
            <a:avLst/>
          </a:prstGeom>
          <a:ln w="12700">
            <a:solidFill>
              <a:srgbClr val="C9A96E">
                <a:alpha val="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645920"/>
            <a:ext cx="7772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i="1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 the first to bring Kula home.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310896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hello@kula.app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0314432" y="1691640"/>
            <a:ext cx="1005840" cy="1005840"/>
          </a:xfrm>
          <a:prstGeom prst="ellipse">
            <a:avLst/>
          </a:prstGeom>
          <a:solidFill>
            <a:srgbClr val="5BB5A5"/>
          </a:solidFill>
          <a:ln w="12700">
            <a:solidFill>
              <a:srgbClr val="5BB5A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314432" y="2926080"/>
            <a:ext cx="1005840" cy="1005840"/>
          </a:xfrm>
          <a:prstGeom prst="ellipse">
            <a:avLst/>
          </a:prstGeom>
          <a:ln w="25400">
            <a:solidFill>
              <a:srgbClr val="C9A96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16768" y="3328416"/>
            <a:ext cx="201168" cy="201168"/>
          </a:xfrm>
          <a:prstGeom prst="ellipse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314432" y="4160520"/>
            <a:ext cx="1005840" cy="1005840"/>
          </a:xfrm>
          <a:prstGeom prst="ellipse">
            <a:avLst/>
          </a:prstGeom>
          <a:ln w="25400">
            <a:solidFill>
              <a:srgbClr val="8C807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64922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Kula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Kula — Pitch Deck</dc:title>
  <dc:subject>PptxGenJS Presentation</dc:subject>
  <dc:creator>Kula</dc:creator>
  <cp:lastModifiedBy>Kula</cp:lastModifiedBy>
  <cp:revision>1</cp:revision>
  <dcterms:created xsi:type="dcterms:W3CDTF">2026-03-20T22:34:05Z</dcterms:created>
  <dcterms:modified xsi:type="dcterms:W3CDTF">2026-03-20T22:34:05Z</dcterms:modified>
</cp:coreProperties>
</file>